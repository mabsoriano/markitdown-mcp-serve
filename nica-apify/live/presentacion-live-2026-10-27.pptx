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ort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cuid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h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d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cul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il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bn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taxis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aprove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his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kirs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tanf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ecu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t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quien_s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prepa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hipno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entis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uno_de_ci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reg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pre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cie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