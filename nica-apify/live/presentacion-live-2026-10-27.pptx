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uid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h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d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cul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ist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pil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bn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ne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taxis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aprovec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his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kir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stanf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ecu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t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quien_s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prepa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hip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senti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_uno_de_ci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_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_rega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_pre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_pregu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_cie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